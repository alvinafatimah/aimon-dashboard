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Optimasi System Monitoring Project Menggunakan AI</a:t>
            </a:r>
          </a:p>
          <a:p>
            <a:r>
              <a:t>untuk Memudahkan Evaluasi dan Meningkatkan Kinerja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Inovasi: AIMON (AI Monitoring for Optimization and Navigation)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01 - 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Dalam pelaksanaan project, proses monitoring dan evaluasi sering kali membutuhkan waktu, ketelitian, serta analisis data yang cukup besar.</a:t>
            </a:r>
          </a:p>
          <a:p>
            <a:pPr/>
            <a:r>
              <a:t>Kondisi saat ini: Proses manual berpotensi menimbulkan keterlambatan dalam identifikasi deviasi.</a:t>
            </a:r>
          </a:p>
          <a:p>
            <a:pPr/>
            <a:r>
              <a:t>Kesulitan dalam merangkum data dari berbagai sumber komunikasi yang tidak terpusat.</a:t>
            </a:r>
          </a:p>
          <a:p>
            <a:pPr/>
            <a:r>
              <a:t>Akibatnya: Kurang optimalnya pengambilan keputusan berdasarkan kondisi aktual project.</a:t>
            </a:r>
          </a:p>
          <a:p>
            <a:pPr/>
            <a:r>
              <a:t>Tujuan Inovasi: Mengurangi ketergantungan pada proses manual dan mempermudah evaluasi.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02 -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yang terjadi: Laporan progres (update nilai) proyek dan dokumen evidence dilakukan secara terpisah (misal via WA/Email), melibatkan banyak pihak mulai dari Researcher hingga Kepala Divisi.</a:t>
            </a:r>
          </a:p>
          <a:p>
            <a:pPr/>
            <a:r>
              <a:t>Baseline permasalahan: Hilangnya jejak history persetujuan (approval) dan catatan revisi antar level manajemen.</a:t>
            </a:r>
          </a:p>
          <a:p>
            <a:pPr/>
            <a:r>
              <a:t>Waktu siklus pelaporan: Membutuhkan waktu berhari-hari hanya untuk mengumpulkan data dan dokumen ke dalam satu laporan terpadu.</a:t>
            </a:r>
          </a:p>
          <a:p>
            <a:pPr/>
            <a:r>
              <a:t>Dampak: Pemantauan tidak real-time, menyulitkan pimpinan dalam mengambil keputusan strategis tepat waktu.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03 - Analisis Penyebab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Mengapa pelaporan lambat? Karena tidak ada satu sistem (Single Source of Truth) yang mengintegrasikan dokumen, persetujuan, dan obrolan.</a:t>
            </a:r>
          </a:p>
          <a:p>
            <a:pPr/>
            <a:r>
              <a:t>Mengapa proses persetujuan (Approval) sering tersendat? Tidak ada sistem notifikasi langsung (real-time) ketika dokumen membutuhkan review.</a:t>
            </a:r>
          </a:p>
          <a:p>
            <a:pPr/>
            <a:r>
              <a:t>Akar Masalah (Root Cause): Belum adanya platform digital monitoring yang spesifik mengakomodasi alur kerja (workflow) pelaporan proyek dari bawah ke atas secara real-time dan terstruktur.</a:t>
            </a:r>
          </a:p>
          <a:p>
            <a:pPr/>
            <a:r>
              <a:t>Bukti pendukung: Komunikasi mengenai revisi dokumen proyek seringkali tertumpuk di aplikasi chat eksternal (silo).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04 - Solusi: AIMON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Konsep Solusi: Membangun AIMON (AI Monitoring for Optimization and Navigation) sebagai dashboard terpusat berbasis web.</a:t>
            </a:r>
          </a:p>
          <a:p>
            <a:pPr/>
            <a:r>
              <a:t>Mekanisme Kerja:</a:t>
            </a:r>
          </a:p>
          <a:p>
            <a:pPr/>
            <a:r>
              <a:t>- Sistem Role-based (Researcher, Kepala Unit, Kepala Seksi, Kadep, Kadiv) dengan hak akses berjenjang.</a:t>
            </a:r>
          </a:p>
          <a:p>
            <a:pPr/>
            <a:r>
              <a:t>- Sistem Approval Queue: Dokumen &amp; update persentase proyek diverifikasi secara terstruktur.</a:t>
            </a:r>
          </a:p>
          <a:p>
            <a:pPr/>
            <a:r>
              <a:t>- In-App Real-time Chat: Diskusi spesifik langsung di dalam sistem tanpa perlu platform eksternal.</a:t>
            </a:r>
          </a:p>
          <a:p>
            <a:pPr/>
            <a:r>
              <a:t>- Document Management: Semua lampiran evidence tersimpan rapi pada masing-masing tugas.</a:t>
            </a:r>
          </a:p>
          <a:p>
            <a:pPr/>
            <a:r>
              <a:t>Alur Before: Manual -&gt; Chat eksternal -&gt; Rekap Manual</a:t>
            </a:r>
          </a:p>
          <a:p>
            <a:pPr/>
            <a:r>
              <a:t>Alur After: Update di AIMON -&gt; Notifikasi -&gt; Klik Approve -&gt; Selesai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05 - Implementasi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Lingkup Uji Coba (MVP): Diterapkan untuk monitoring program di berbagai area (OMTI, Security Printing, dsb).</a:t>
            </a:r>
          </a:p>
          <a:p>
            <a:pPr/>
            <a:r>
              <a:t>Pengguna: Melibatkan seluruh hierarki dari Researcher (pembuat draft update) hingga level manajemen (pemberi approval).</a:t>
            </a:r>
          </a:p>
          <a:p>
            <a:pPr/>
            <a:r>
              <a:t>Kendala yang dihadapi: Sinkronisasi data dan chat secara real-time antar perangkat agar terasa seperti aplikasi native.</a:t>
            </a:r>
          </a:p>
          <a:p>
            <a:pPr/>
            <a:r>
              <a:t>Cara penanggulangan: Mengimplementasikan sistem sinkronisasi otomatis dan notifikasi visual (badge/indikator warna merah) untuk update chat dan dokumen terbaru.</a:t>
            </a:r>
          </a:p>
          <a:p>
            <a:pPr/>
            <a:r>
              <a:t>Data Before vs After: Waktu pengajuan update progress hingga disetujui berkurang secara drastis.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06 - Dampak (Impact)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Avoidance &amp; Efisiensi Waktu: Mengurangi secara drastis jam kerja (man-hours) yang terbuang untuk rekapitulasi data progres manual.</a:t>
            </a:r>
          </a:p>
          <a:p>
            <a:pPr/>
            <a:r>
              <a:t>Mutu &amp; Kepatuhan: Setiap perubahan persentase progress terekam dalam histori beserta dokumen buktinya (evidence-based).</a:t>
            </a:r>
          </a:p>
          <a:p>
            <a:pPr/>
            <a:r>
              <a:t>Kenyamanan Pengguna: Antarmuka modern yang adaptif (UI/UX layaknya aplikasi komersial) dengan fitur hapus foto profil, notifikasi chat, dan sistem draft otomatis.</a:t>
            </a:r>
          </a:p>
          <a:p>
            <a:pPr/>
            <a:r>
              <a:t>Potensi Replikasi: Arsitektur aplikasi web AIMON ini dirancang sangat dinamis sehingga mudah diadaptasi untuk monitoring proyek di Divisi atau Departemen lain.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07 -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Terpusat: Semua kode sistem (Frontend &amp; Backend Database Supabase) ditempatkan dan dijalankan pada Server/Komputer Kantor pusat yang menyala 24 jam.</a:t>
            </a:r>
          </a:p>
          <a:p>
            <a:pPr/>
            <a:r>
              <a:t>Data Permanen: Segala update akan selalu tersimpan dan dapat diakses dari perangkat manapun oleh anggota tim yang memiliki hak akses.</a:t>
            </a:r>
          </a:p>
          <a:p>
            <a:pPr/>
            <a:r>
              <a:t>Transfer Knowledge: Fitur yang sangat intuitif menekan kurva pembelajaran (learning curve). Standarisasi input data terjamin karena sistem menolak update jika bukti tidak lengkap.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08 - Lesson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Tantangan Utama: Merancang User Experience (UX) untuk pengguna dari berbagai level hierarki (mulai dari eksekutor hingga Top Management) agar sama-sama mudah digunakan.</a:t>
            </a:r>
          </a:p>
          <a:p>
            <a:pPr/>
            <a:r>
              <a:t>Pembelajaran: Fitur sekecil apapun, seperti pop-up catatan penolakan (Reject Modal) yang terlihat elegan dan fitur notifikasi Chat (Real-time badge), ternyata sangat memengaruhi kemauan pengguna untuk beralih dari cara manual.</a:t>
            </a:r>
          </a:p>
          <a:p>
            <a:pPr/>
            <a:r>
              <a:t>Kesimpulan: Optimalisasi menggunakan AIMON bukan hanya sekadar digitalisasi, melainkan pembentukan budaya kerja baru yang lebih transparan, terukur, dan berbasis data (data-driven).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